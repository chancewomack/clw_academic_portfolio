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7" r:id="rId4"/>
    <p:sldMasterId id="214748372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Barlow ExtraLight"/>
      <p:regular r:id="rId16"/>
      <p:bold r:id="rId17"/>
      <p:italic r:id="rId18"/>
      <p:boldItalic r:id="rId19"/>
    </p:embeddedFont>
    <p:embeddedFont>
      <p:font typeface="Chakra Petch Medium"/>
      <p:regular r:id="rId20"/>
      <p:bold r:id="rId21"/>
      <p:italic r:id="rId22"/>
      <p:boldItalic r:id="rId23"/>
    </p:embeddedFont>
    <p:embeddedFont>
      <p:font typeface="Hepta Slab Medium"/>
      <p:regular r:id="rId24"/>
      <p:bold r:id="rId25"/>
    </p:embeddedFont>
    <p:embeddedFont>
      <p:font typeface="Chakra Petch SemiBold"/>
      <p:regular r:id="rId26"/>
      <p:bold r:id="rId27"/>
      <p:italic r:id="rId28"/>
      <p:boldItalic r:id="rId29"/>
    </p:embeddedFont>
    <p:embeddedFont>
      <p:font typeface="Chakra Petch"/>
      <p:regular r:id="rId30"/>
      <p:bold r:id="rId31"/>
      <p:italic r:id="rId32"/>
      <p:boldItalic r:id="rId33"/>
    </p:embeddedFont>
    <p:embeddedFont>
      <p:font typeface="Barlow"/>
      <p:regular r:id="rId34"/>
      <p:bold r:id="rId35"/>
      <p:italic r:id="rId36"/>
      <p:boldItalic r:id="rId37"/>
    </p:embeddedFont>
    <p:embeddedFont>
      <p:font typeface="DM Sans Medium"/>
      <p:regular r:id="rId38"/>
      <p:bold r:id="rId39"/>
      <p:italic r:id="rId40"/>
      <p:boldItalic r:id="rId41"/>
    </p:embeddedFont>
    <p:embeddedFont>
      <p:font typeface="Hepta Slab Light"/>
      <p:regular r:id="rId42"/>
      <p:bold r:id="rId43"/>
    </p:embeddedFont>
    <p:embeddedFont>
      <p:font typeface="Hepta Slab"/>
      <p:regular r:id="rId44"/>
      <p:bold r:id="rId45"/>
    </p:embeddedFont>
    <p:embeddedFont>
      <p:font typeface="Barlow Medium"/>
      <p:regular r:id="rId46"/>
      <p:bold r:id="rId47"/>
      <p:italic r:id="rId48"/>
      <p:boldItalic r:id="rId49"/>
    </p:embeddedFont>
    <p:embeddedFont>
      <p:font typeface="Barlow Light"/>
      <p:regular r:id="rId50"/>
      <p:bold r:id="rId51"/>
      <p:italic r:id="rId52"/>
      <p:boldItalic r:id="rId53"/>
    </p:embeddedFont>
    <p:embeddedFont>
      <p:font typeface="DM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Medium-italic.fntdata"/><Relationship Id="rId42" Type="http://schemas.openxmlformats.org/officeDocument/2006/relationships/font" Target="fonts/HeptaSlabLight-regular.fntdata"/><Relationship Id="rId41" Type="http://schemas.openxmlformats.org/officeDocument/2006/relationships/font" Target="fonts/DMSansMedium-boldItalic.fntdata"/><Relationship Id="rId44" Type="http://schemas.openxmlformats.org/officeDocument/2006/relationships/font" Target="fonts/HeptaSlab-regular.fntdata"/><Relationship Id="rId43" Type="http://schemas.openxmlformats.org/officeDocument/2006/relationships/font" Target="fonts/HeptaSlabLight-bold.fntdata"/><Relationship Id="rId46" Type="http://schemas.openxmlformats.org/officeDocument/2006/relationships/font" Target="fonts/BarlowMedium-regular.fntdata"/><Relationship Id="rId45" Type="http://schemas.openxmlformats.org/officeDocument/2006/relationships/font" Target="fonts/Hepta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BarlowMedium-italic.fntdata"/><Relationship Id="rId47" Type="http://schemas.openxmlformats.org/officeDocument/2006/relationships/font" Target="fonts/BarlowMedium-bold.fntdata"/><Relationship Id="rId49" Type="http://schemas.openxmlformats.org/officeDocument/2006/relationships/font" Target="fonts/Barlow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hakraPetch-bold.fntdata"/><Relationship Id="rId30" Type="http://schemas.openxmlformats.org/officeDocument/2006/relationships/font" Target="fonts/ChakraPetch-regular.fntdata"/><Relationship Id="rId33" Type="http://schemas.openxmlformats.org/officeDocument/2006/relationships/font" Target="fonts/ChakraPetch-boldItalic.fntdata"/><Relationship Id="rId32" Type="http://schemas.openxmlformats.org/officeDocument/2006/relationships/font" Target="fonts/ChakraPetch-italic.fntdata"/><Relationship Id="rId35" Type="http://schemas.openxmlformats.org/officeDocument/2006/relationships/font" Target="fonts/Barlow-bold.fntdata"/><Relationship Id="rId34" Type="http://schemas.openxmlformats.org/officeDocument/2006/relationships/font" Target="fonts/Barlow-regular.fntdata"/><Relationship Id="rId37" Type="http://schemas.openxmlformats.org/officeDocument/2006/relationships/font" Target="fonts/Barlow-boldItalic.fntdata"/><Relationship Id="rId36" Type="http://schemas.openxmlformats.org/officeDocument/2006/relationships/font" Target="fonts/Barlow-italic.fntdata"/><Relationship Id="rId39" Type="http://schemas.openxmlformats.org/officeDocument/2006/relationships/font" Target="fonts/DMSansMedium-bold.fntdata"/><Relationship Id="rId38" Type="http://schemas.openxmlformats.org/officeDocument/2006/relationships/font" Target="fonts/DMSansMedium-regular.fntdata"/><Relationship Id="rId20" Type="http://schemas.openxmlformats.org/officeDocument/2006/relationships/font" Target="fonts/ChakraPetchMedium-regular.fntdata"/><Relationship Id="rId22" Type="http://schemas.openxmlformats.org/officeDocument/2006/relationships/font" Target="fonts/ChakraPetchMedium-italic.fntdata"/><Relationship Id="rId21" Type="http://schemas.openxmlformats.org/officeDocument/2006/relationships/font" Target="fonts/ChakraPetchMedium-bold.fntdata"/><Relationship Id="rId24" Type="http://schemas.openxmlformats.org/officeDocument/2006/relationships/font" Target="fonts/HeptaSlabMedium-regular.fntdata"/><Relationship Id="rId23" Type="http://schemas.openxmlformats.org/officeDocument/2006/relationships/font" Target="fonts/ChakraPetchMedium-boldItalic.fntdata"/><Relationship Id="rId26" Type="http://schemas.openxmlformats.org/officeDocument/2006/relationships/font" Target="fonts/ChakraPetchSemiBold-regular.fntdata"/><Relationship Id="rId25" Type="http://schemas.openxmlformats.org/officeDocument/2006/relationships/font" Target="fonts/HeptaSlabMedium-bold.fntdata"/><Relationship Id="rId28" Type="http://schemas.openxmlformats.org/officeDocument/2006/relationships/font" Target="fonts/ChakraPetchSemiBold-italic.fntdata"/><Relationship Id="rId27" Type="http://schemas.openxmlformats.org/officeDocument/2006/relationships/font" Target="fonts/ChakraPetchSemiBold-bold.fntdata"/><Relationship Id="rId29" Type="http://schemas.openxmlformats.org/officeDocument/2006/relationships/font" Target="fonts/ChakraPetchSemiBold-boldItalic.fntdata"/><Relationship Id="rId51" Type="http://schemas.openxmlformats.org/officeDocument/2006/relationships/font" Target="fonts/BarlowLight-bold.fntdata"/><Relationship Id="rId50" Type="http://schemas.openxmlformats.org/officeDocument/2006/relationships/font" Target="fonts/BarlowLight-regular.fntdata"/><Relationship Id="rId53" Type="http://schemas.openxmlformats.org/officeDocument/2006/relationships/font" Target="fonts/BarlowLight-boldItalic.fntdata"/><Relationship Id="rId52" Type="http://schemas.openxmlformats.org/officeDocument/2006/relationships/font" Target="fonts/BarlowLight-italic.fntdata"/><Relationship Id="rId11" Type="http://schemas.openxmlformats.org/officeDocument/2006/relationships/slide" Target="slides/slide5.xml"/><Relationship Id="rId55" Type="http://schemas.openxmlformats.org/officeDocument/2006/relationships/font" Target="fonts/DMSans-bold.fntdata"/><Relationship Id="rId10" Type="http://schemas.openxmlformats.org/officeDocument/2006/relationships/slide" Target="slides/slide4.xml"/><Relationship Id="rId54" Type="http://schemas.openxmlformats.org/officeDocument/2006/relationships/font" Target="fonts/DMSans-regular.fntdata"/><Relationship Id="rId13" Type="http://schemas.openxmlformats.org/officeDocument/2006/relationships/slide" Target="slides/slide7.xml"/><Relationship Id="rId57" Type="http://schemas.openxmlformats.org/officeDocument/2006/relationships/font" Target="fonts/DMSans-boldItalic.fntdata"/><Relationship Id="rId12" Type="http://schemas.openxmlformats.org/officeDocument/2006/relationships/slide" Target="slides/slide6.xml"/><Relationship Id="rId56" Type="http://schemas.openxmlformats.org/officeDocument/2006/relationships/font" Target="fonts/DM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BarlowExtraLight-bold.fntdata"/><Relationship Id="rId16" Type="http://schemas.openxmlformats.org/officeDocument/2006/relationships/font" Target="fonts/BarlowExtraLight-regular.fntdata"/><Relationship Id="rId19" Type="http://schemas.openxmlformats.org/officeDocument/2006/relationships/font" Target="fonts/BarlowExtraLight-boldItalic.fntdata"/><Relationship Id="rId18" Type="http://schemas.openxmlformats.org/officeDocument/2006/relationships/font" Target="fonts/BarlowExtra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14f9079bec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14f9079bec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14f9079bec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14f9079bec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14f9079bec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14f9079bec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14f9079bec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14f9079bec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14f9079bec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14f9079bec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14f9079bec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14f9079bec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14f9079bec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14f9079bec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14f9079bec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14f9079bec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14fdcfab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14fdcfab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8" name="Google Shape;328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9" name="Google Shape;32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2" name="Google Shape;332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3" name="Google Shape;33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7" name="Google Shape;337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8" name="Google Shape;338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339" name="Google Shape;33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/>
          <p:nvPr/>
        </p:nvSpPr>
        <p:spPr>
          <a:xfrm flipH="1">
            <a:off x="365550" y="363450"/>
            <a:ext cx="8412900" cy="4416600"/>
          </a:xfrm>
          <a:prstGeom prst="snip2DiagRect">
            <a:avLst>
              <a:gd fmla="val 0" name="adj1"/>
              <a:gd fmla="val 31816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2" name="Google Shape;342;p51"/>
          <p:cNvSpPr txBox="1"/>
          <p:nvPr>
            <p:ph type="ctrTitle"/>
          </p:nvPr>
        </p:nvSpPr>
        <p:spPr>
          <a:xfrm>
            <a:off x="1765375" y="363450"/>
            <a:ext cx="5614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43" name="Google Shape;343;p51"/>
          <p:cNvSpPr txBox="1"/>
          <p:nvPr>
            <p:ph idx="1" type="subTitle"/>
          </p:nvPr>
        </p:nvSpPr>
        <p:spPr>
          <a:xfrm>
            <a:off x="1765375" y="4137750"/>
            <a:ext cx="5614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44" name="Google Shape;34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s" type="secHead">
  <p:cSld name="SECTION_HEADER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7" name="Google Shape;347;p52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52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9" name="Google Shape;349;p52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0" name="Google Shape;350;p52"/>
          <p:cNvSpPr txBox="1"/>
          <p:nvPr>
            <p:ph idx="2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51" name="Google Shape;351;p52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52" name="Google Shape;352;p5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headers" type="tx">
  <p:cSld name="TITLE_AND_BODY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53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355" name="Google Shape;355;p53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356" name="Google Shape;356;p53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357" name="Google Shape;357;p53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8" name="Google Shape;358;p53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9" name="Google Shape;359;p53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60" name="Google Shape;360;p5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3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62" name="Google Shape;362;p53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63" name="Google Shape;363;p53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Only" type="twoColTx">
  <p:cSld name="TITLE_AND_TWO_COLUMNS"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5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7" name="Google Shape;367;p5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8" name="Google Shape;368;p54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69" name="Google Shape;369;p54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70" name="Google Shape;370;p54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54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72" name="Google Shape;372;p54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54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54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54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54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4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8" name="Google Shape;378;p54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9" name="Google Shape;379;p54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0" name="Google Shape;380;p54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Only" type="titleOnly">
  <p:cSld name="TITLE_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83" name="Google Shape;383;p55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5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5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55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87" name="Google Shape;387;p55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88" name="Google Shape;388;p55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89" name="Google Shape;389;p55"/>
          <p:cNvSpPr txBox="1"/>
          <p:nvPr>
            <p:ph idx="3" type="body"/>
          </p:nvPr>
        </p:nvSpPr>
        <p:spPr>
          <a:xfrm>
            <a:off x="478875" y="2398656"/>
            <a:ext cx="81903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90" name="Google Shape;390;p55"/>
          <p:cNvSpPr txBox="1"/>
          <p:nvPr>
            <p:ph idx="4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1 Image">
  <p:cSld name="TITLE_AND_TWO_COLUMNS_1"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3" name="Google Shape;393;p56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5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6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97" name="Google Shape;397;p56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98" name="Google Shape;398;p56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99" name="Google Shape;399;p56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56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56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56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6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6"/>
          <p:cNvSpPr txBox="1"/>
          <p:nvPr>
            <p:ph idx="4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5" name="Google Shape;405;p56"/>
          <p:cNvSpPr txBox="1"/>
          <p:nvPr>
            <p:ph idx="5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6" name="Google Shape;406;p56"/>
          <p:cNvSpPr txBox="1"/>
          <p:nvPr>
            <p:ph idx="6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7" name="Google Shape;407;p56"/>
          <p:cNvSpPr txBox="1"/>
          <p:nvPr>
            <p:ph idx="7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8" name="Google Shape;408;p56"/>
          <p:cNvSpPr txBox="1"/>
          <p:nvPr>
            <p:ph idx="8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1 Image">
  <p:cSld name="TITLE_ONLY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5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2" name="Google Shape;412;p5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57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14" name="Google Shape;414;p57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15" name="Google Shape;415;p57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416" name="Google Shape;416;p5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57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57"/>
          <p:cNvSpPr/>
          <p:nvPr>
            <p:ph idx="3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19" name="Google Shape;419;p57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57"/>
          <p:cNvSpPr txBox="1"/>
          <p:nvPr>
            <p:ph idx="4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421" name="Google Shape;421;p57"/>
          <p:cNvSpPr txBox="1"/>
          <p:nvPr>
            <p:ph idx="5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2 Images">
  <p:cSld name="TITLE_AND_TWO_COLUMNS_1_1">
    <p:bg>
      <p:bgPr>
        <a:solidFill>
          <a:schemeClr val="lt1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8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4" name="Google Shape;424;p5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5" name="Google Shape;425;p5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58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27" name="Google Shape;427;p58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28" name="Google Shape;428;p58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29" name="Google Shape;429;p58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58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2" name="Google Shape;432;p58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58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8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8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58"/>
          <p:cNvSpPr txBox="1"/>
          <p:nvPr>
            <p:ph idx="5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7" name="Google Shape;437;p58"/>
          <p:cNvSpPr txBox="1"/>
          <p:nvPr>
            <p:ph idx="6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8" name="Google Shape;438;p58"/>
          <p:cNvSpPr txBox="1"/>
          <p:nvPr>
            <p:ph idx="7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9" name="Google Shape;439;p58"/>
          <p:cNvSpPr txBox="1"/>
          <p:nvPr>
            <p:ph idx="8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0" name="Google Shape;440;p58"/>
          <p:cNvSpPr txBox="1"/>
          <p:nvPr>
            <p:ph idx="9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2 Images">
  <p:cSld name="TITLE_ONLY_1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9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3" name="Google Shape;443;p59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4" name="Google Shape;444;p5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59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46" name="Google Shape;446;p59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47" name="Google Shape;447;p59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448" name="Google Shape;448;p59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59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9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1" name="Google Shape;451;p59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9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59"/>
          <p:cNvSpPr txBox="1"/>
          <p:nvPr>
            <p:ph idx="5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454" name="Google Shape;454;p59"/>
          <p:cNvSpPr txBox="1"/>
          <p:nvPr>
            <p:ph idx="6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body text">
  <p:cSld name="ONE_COLUMN_TEXT">
    <p:bg>
      <p:bgPr>
        <a:solidFill>
          <a:schemeClr val="lt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7" name="Google Shape;457;p60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58" name="Google Shape;458;p60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59" name="Google Shape;459;p6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0" name="Google Shape;460;p6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1" name="Google Shape;461;p60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46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indent="-546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indent="-546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indent="-546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indent="-546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indent="-546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indent="-546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indent="-546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indent="-546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re overview">
  <p:cSld name="ONE_COLUMN_TEXT_1">
    <p:bg>
      <p:bgPr>
        <a:solidFill>
          <a:schemeClr val="lt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64" name="Google Shape;464;p61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61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61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61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61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61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70" name="Google Shape;470;p61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471" name="Google Shape;471;p6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6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6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74" name="Google Shape;474;p61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61"/>
          <p:cNvSpPr txBox="1"/>
          <p:nvPr>
            <p:ph idx="3" type="body"/>
          </p:nvPr>
        </p:nvSpPr>
        <p:spPr>
          <a:xfrm>
            <a:off x="4630525" y="16931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6" name="Google Shape;476;p61"/>
          <p:cNvSpPr txBox="1"/>
          <p:nvPr>
            <p:ph idx="4" type="body"/>
          </p:nvPr>
        </p:nvSpPr>
        <p:spPr>
          <a:xfrm>
            <a:off x="4630525" y="2307163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7" name="Google Shape;477;p61"/>
          <p:cNvSpPr txBox="1"/>
          <p:nvPr>
            <p:ph idx="5" type="body"/>
          </p:nvPr>
        </p:nvSpPr>
        <p:spPr>
          <a:xfrm>
            <a:off x="4630525" y="29212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8" name="Google Shape;478;p61"/>
          <p:cNvSpPr txBox="1"/>
          <p:nvPr>
            <p:ph idx="6" type="body"/>
          </p:nvPr>
        </p:nvSpPr>
        <p:spPr>
          <a:xfrm>
            <a:off x="4630525" y="35353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9" name="Google Shape;479;p61"/>
          <p:cNvSpPr txBox="1"/>
          <p:nvPr>
            <p:ph idx="7" type="body"/>
          </p:nvPr>
        </p:nvSpPr>
        <p:spPr>
          <a:xfrm>
            <a:off x="4630525" y="4149450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0" name="Google Shape;480;p61"/>
          <p:cNvSpPr txBox="1"/>
          <p:nvPr>
            <p:ph idx="8" type="body"/>
          </p:nvPr>
        </p:nvSpPr>
        <p:spPr>
          <a:xfrm>
            <a:off x="396350" y="2307163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1" name="Google Shape;481;p61"/>
          <p:cNvSpPr txBox="1"/>
          <p:nvPr>
            <p:ph idx="9" type="body"/>
          </p:nvPr>
        </p:nvSpPr>
        <p:spPr>
          <a:xfrm>
            <a:off x="396350" y="29212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2" name="Google Shape;482;p61"/>
          <p:cNvSpPr txBox="1"/>
          <p:nvPr>
            <p:ph idx="13" type="body"/>
          </p:nvPr>
        </p:nvSpPr>
        <p:spPr>
          <a:xfrm>
            <a:off x="396350" y="35353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3" name="Google Shape;483;p61"/>
          <p:cNvSpPr txBox="1"/>
          <p:nvPr>
            <p:ph idx="14" type="body"/>
          </p:nvPr>
        </p:nvSpPr>
        <p:spPr>
          <a:xfrm>
            <a:off x="396350" y="4149450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4" name="Google Shape;484;p61"/>
          <p:cNvSpPr txBox="1"/>
          <p:nvPr>
            <p:ph idx="15" type="body"/>
          </p:nvPr>
        </p:nvSpPr>
        <p:spPr>
          <a:xfrm>
            <a:off x="396350" y="16931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bg>
      <p:bgPr>
        <a:solidFill>
          <a:schemeClr val="dk1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63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489" name="Google Shape;489;p63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490" name="Google Shape;490;p63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491" name="Google Shape;491;p63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92" name="Google Shape;492;p63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93" name="Google Shape;493;p63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494" name="Google Shape;494;p6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3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5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8" name="Google Shape;498;p64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9" name="Google Shape;499;p64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64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1" name="Google Shape;501;p6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6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4" name="Google Shape;504;p6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6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6" name="Google Shape;506;p65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507" name="Google Shape;507;p65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508" name="Google Shape;508;p65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509" name="Google Shape;509;p65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2" name="Google Shape;512;p6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3" name="Google Shape;513;p6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66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7" name="Google Shape;517;p6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6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9" name="Google Shape;519;p67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520" name="Google Shape;520;p67"/>
          <p:cNvSpPr txBox="1"/>
          <p:nvPr>
            <p:ph idx="1" type="body"/>
          </p:nvPr>
        </p:nvSpPr>
        <p:spPr>
          <a:xfrm>
            <a:off x="478875" y="2398650"/>
            <a:ext cx="81903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521" name="Google Shape;521;p67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67"/>
          <p:cNvSpPr txBox="1"/>
          <p:nvPr>
            <p:ph idx="2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9">
    <p:bg>
      <p:bgPr>
        <a:solidFill>
          <a:schemeClr val="lt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68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525" name="Google Shape;525;p68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grpSp>
          <p:nvGrpSpPr>
            <p:cNvPr id="526" name="Google Shape;526;p68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527" name="Google Shape;527;p68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528" name="Google Shape;528;p68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529" name="Google Shape;529;p68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530" name="Google Shape;530;p6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68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0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4" name="Google Shape;534;p69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5" name="Google Shape;535;p6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69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537" name="Google Shape;537;p69"/>
          <p:cNvSpPr txBox="1"/>
          <p:nvPr>
            <p:ph idx="1" type="subTitle"/>
          </p:nvPr>
        </p:nvSpPr>
        <p:spPr>
          <a:xfrm>
            <a:off x="1127846" y="3242075"/>
            <a:ext cx="68853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0" name="Google Shape;540;p7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7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2" name="Google Shape;542;p70"/>
          <p:cNvSpPr txBox="1"/>
          <p:nvPr>
            <p:ph idx="1" type="body"/>
          </p:nvPr>
        </p:nvSpPr>
        <p:spPr>
          <a:xfrm>
            <a:off x="478875" y="476700"/>
            <a:ext cx="8190300" cy="4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2">
    <p:bg>
      <p:bgPr>
        <a:solidFill>
          <a:schemeClr val="lt1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5" name="Google Shape;545;p71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6" name="Google Shape;546;p7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71"/>
          <p:cNvSpPr txBox="1"/>
          <p:nvPr>
            <p:ph type="title"/>
          </p:nvPr>
        </p:nvSpPr>
        <p:spPr>
          <a:xfrm>
            <a:off x="365625" y="1430850"/>
            <a:ext cx="40365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8" name="Google Shape;548;p71"/>
          <p:cNvSpPr txBox="1"/>
          <p:nvPr>
            <p:ph idx="1" type="body"/>
          </p:nvPr>
        </p:nvSpPr>
        <p:spPr>
          <a:xfrm>
            <a:off x="4628700" y="14308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8_2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1" name="Google Shape;551;p7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3" name="Google Shape;553;p7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554" name="Google Shape;554;p72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72"/>
          <p:cNvSpPr txBox="1"/>
          <p:nvPr>
            <p:ph idx="1" type="subTitle"/>
          </p:nvPr>
        </p:nvSpPr>
        <p:spPr>
          <a:xfrm>
            <a:off x="47887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56" name="Google Shape;556;p72"/>
          <p:cNvSpPr txBox="1"/>
          <p:nvPr>
            <p:ph idx="2" type="subTitle"/>
          </p:nvPr>
        </p:nvSpPr>
        <p:spPr>
          <a:xfrm>
            <a:off x="3260538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57" name="Google Shape;557;p72"/>
          <p:cNvSpPr txBox="1"/>
          <p:nvPr>
            <p:ph idx="3" type="subTitle"/>
          </p:nvPr>
        </p:nvSpPr>
        <p:spPr>
          <a:xfrm>
            <a:off x="604222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58" name="Google Shape;558;p72"/>
          <p:cNvSpPr txBox="1"/>
          <p:nvPr>
            <p:ph idx="4" type="subTitle"/>
          </p:nvPr>
        </p:nvSpPr>
        <p:spPr>
          <a:xfrm>
            <a:off x="47887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59" name="Google Shape;559;p72"/>
          <p:cNvSpPr txBox="1"/>
          <p:nvPr>
            <p:ph idx="5" type="subTitle"/>
          </p:nvPr>
        </p:nvSpPr>
        <p:spPr>
          <a:xfrm>
            <a:off x="3260538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60" name="Google Shape;560;p72"/>
          <p:cNvSpPr txBox="1"/>
          <p:nvPr>
            <p:ph idx="6" type="subTitle"/>
          </p:nvPr>
        </p:nvSpPr>
        <p:spPr>
          <a:xfrm>
            <a:off x="604222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AND_TWO_COLUMNS_1_2">
    <p:bg>
      <p:bgPr>
        <a:solidFill>
          <a:schemeClr val="lt1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3" name="Google Shape;563;p73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7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5" name="Google Shape;565;p7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7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67" name="Google Shape;567;p7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73"/>
          <p:cNvSpPr txBox="1"/>
          <p:nvPr>
            <p:ph idx="1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1" name="Google Shape;571;p7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7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3" name="Google Shape;573;p74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574" name="Google Shape;574;p74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575" name="Google Shape;575;p74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576" name="Google Shape;576;p74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77" name="Google Shape;577;p74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578" name="Google Shape;578;p74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74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6_1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5"/>
          <p:cNvSpPr txBox="1"/>
          <p:nvPr>
            <p:ph idx="1" type="subTitle"/>
          </p:nvPr>
        </p:nvSpPr>
        <p:spPr>
          <a:xfrm>
            <a:off x="47887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82" name="Google Shape;582;p7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3" name="Google Shape;583;p7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7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5" name="Google Shape;585;p75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586" name="Google Shape;586;p75"/>
          <p:cNvSpPr txBox="1"/>
          <p:nvPr>
            <p:ph idx="2" type="body"/>
          </p:nvPr>
        </p:nvSpPr>
        <p:spPr>
          <a:xfrm>
            <a:off x="478875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587" name="Google Shape;587;p75"/>
          <p:cNvSpPr txBox="1"/>
          <p:nvPr>
            <p:ph idx="3" type="body"/>
          </p:nvPr>
        </p:nvSpPr>
        <p:spPr>
          <a:xfrm>
            <a:off x="6042300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588" name="Google Shape;588;p75"/>
          <p:cNvCxnSpPr/>
          <p:nvPr/>
        </p:nvCxnSpPr>
        <p:spPr>
          <a:xfrm>
            <a:off x="476850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75"/>
          <p:cNvSpPr txBox="1"/>
          <p:nvPr>
            <p:ph idx="4" type="subTitle"/>
          </p:nvPr>
        </p:nvSpPr>
        <p:spPr>
          <a:xfrm>
            <a:off x="3260538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90" name="Google Shape;590;p75"/>
          <p:cNvSpPr txBox="1"/>
          <p:nvPr>
            <p:ph idx="5" type="subTitle"/>
          </p:nvPr>
        </p:nvSpPr>
        <p:spPr>
          <a:xfrm>
            <a:off x="604222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591" name="Google Shape;591;p75"/>
          <p:cNvSpPr txBox="1"/>
          <p:nvPr>
            <p:ph idx="6" type="body"/>
          </p:nvPr>
        </p:nvSpPr>
        <p:spPr>
          <a:xfrm>
            <a:off x="3260588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592" name="Google Shape;592;p75"/>
          <p:cNvCxnSpPr/>
          <p:nvPr/>
        </p:nvCxnSpPr>
        <p:spPr>
          <a:xfrm>
            <a:off x="3260538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75"/>
          <p:cNvCxnSpPr/>
          <p:nvPr/>
        </p:nvCxnSpPr>
        <p:spPr>
          <a:xfrm>
            <a:off x="6042225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2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6" name="Google Shape;596;p7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7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8" name="Google Shape;598;p76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599" name="Google Shape;599;p76"/>
          <p:cNvSpPr txBox="1"/>
          <p:nvPr>
            <p:ph idx="1" type="body"/>
          </p:nvPr>
        </p:nvSpPr>
        <p:spPr>
          <a:xfrm>
            <a:off x="478875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00" name="Google Shape;600;p76"/>
          <p:cNvSpPr txBox="1"/>
          <p:nvPr>
            <p:ph idx="2" type="body"/>
          </p:nvPr>
        </p:nvSpPr>
        <p:spPr>
          <a:xfrm>
            <a:off x="4628700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01" name="Google Shape;601;p76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602" name="Google Shape;602;p76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603" name="Google Shape;603;p76"/>
          <p:cNvSpPr txBox="1"/>
          <p:nvPr>
            <p:ph idx="5" type="body"/>
          </p:nvPr>
        </p:nvSpPr>
        <p:spPr>
          <a:xfrm>
            <a:off x="478875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04" name="Google Shape;604;p76"/>
          <p:cNvSpPr txBox="1"/>
          <p:nvPr>
            <p:ph idx="6" type="body"/>
          </p:nvPr>
        </p:nvSpPr>
        <p:spPr>
          <a:xfrm>
            <a:off x="4628700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05" name="Google Shape;605;p76"/>
          <p:cNvSpPr txBox="1"/>
          <p:nvPr>
            <p:ph idx="7" type="subTitle"/>
          </p:nvPr>
        </p:nvSpPr>
        <p:spPr>
          <a:xfrm>
            <a:off x="478885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606" name="Google Shape;606;p76"/>
          <p:cNvSpPr txBox="1"/>
          <p:nvPr>
            <p:ph idx="8" type="subTitle"/>
          </p:nvPr>
        </p:nvSpPr>
        <p:spPr>
          <a:xfrm>
            <a:off x="4628700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607" name="Google Shape;607;p76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76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76"/>
          <p:cNvCxnSpPr/>
          <p:nvPr/>
        </p:nvCxnSpPr>
        <p:spPr>
          <a:xfrm>
            <a:off x="47782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76"/>
          <p:cNvCxnSpPr/>
          <p:nvPr/>
        </p:nvCxnSpPr>
        <p:spPr>
          <a:xfrm>
            <a:off x="461407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AND_TWO_COLUMNS_1_2_1">
    <p:bg>
      <p:bgPr>
        <a:solidFill>
          <a:schemeClr val="lt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3" name="Google Shape;613;p77"/>
          <p:cNvSpPr/>
          <p:nvPr>
            <p:ph idx="2" type="pic"/>
          </p:nvPr>
        </p:nvSpPr>
        <p:spPr>
          <a:xfrm rot="10800000">
            <a:off x="474175" y="1837225"/>
            <a:ext cx="81906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7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5" name="Google Shape;615;p7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77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17" name="Google Shape;617;p7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3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0" name="Google Shape;620;p7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78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2" name="Google Shape;622;p78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623" name="Google Shape;623;p78"/>
          <p:cNvSpPr/>
          <p:nvPr>
            <p:ph idx="2" type="pic"/>
          </p:nvPr>
        </p:nvSpPr>
        <p:spPr>
          <a:xfrm rot="10800000">
            <a:off x="4611300" y="1290400"/>
            <a:ext cx="40539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78"/>
          <p:cNvSpPr txBox="1"/>
          <p:nvPr>
            <p:ph idx="1" type="body"/>
          </p:nvPr>
        </p:nvSpPr>
        <p:spPr>
          <a:xfrm>
            <a:off x="478875" y="190315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25" name="Google Shape;625;p78"/>
          <p:cNvSpPr txBox="1"/>
          <p:nvPr>
            <p:ph idx="3" type="subTitle"/>
          </p:nvPr>
        </p:nvSpPr>
        <p:spPr>
          <a:xfrm>
            <a:off x="478885" y="12904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626" name="Google Shape;626;p78"/>
          <p:cNvSpPr txBox="1"/>
          <p:nvPr>
            <p:ph idx="4" type="body"/>
          </p:nvPr>
        </p:nvSpPr>
        <p:spPr>
          <a:xfrm>
            <a:off x="4628700" y="366830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27" name="Google Shape;627;p78"/>
          <p:cNvSpPr txBox="1"/>
          <p:nvPr>
            <p:ph idx="5" type="subTitle"/>
          </p:nvPr>
        </p:nvSpPr>
        <p:spPr>
          <a:xfrm>
            <a:off x="4628700" y="305555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628" name="Google Shape;628;p78"/>
          <p:cNvCxnSpPr/>
          <p:nvPr/>
        </p:nvCxnSpPr>
        <p:spPr>
          <a:xfrm>
            <a:off x="476850" y="18110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78"/>
          <p:cNvCxnSpPr/>
          <p:nvPr/>
        </p:nvCxnSpPr>
        <p:spPr>
          <a:xfrm>
            <a:off x="4614075" y="357620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78"/>
          <p:cNvSpPr/>
          <p:nvPr>
            <p:ph idx="6" type="pic"/>
          </p:nvPr>
        </p:nvSpPr>
        <p:spPr>
          <a:xfrm rot="10800000">
            <a:off x="470175" y="3055550"/>
            <a:ext cx="40539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3_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9"/>
          <p:cNvSpPr txBox="1"/>
          <p:nvPr>
            <p:ph idx="1" type="body"/>
          </p:nvPr>
        </p:nvSpPr>
        <p:spPr>
          <a:xfrm>
            <a:off x="478875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33" name="Google Shape;633;p79"/>
          <p:cNvSpPr txBox="1"/>
          <p:nvPr>
            <p:ph idx="2" type="body"/>
          </p:nvPr>
        </p:nvSpPr>
        <p:spPr>
          <a:xfrm>
            <a:off x="6042300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34" name="Google Shape;634;p79"/>
          <p:cNvSpPr txBox="1"/>
          <p:nvPr>
            <p:ph idx="3" type="body"/>
          </p:nvPr>
        </p:nvSpPr>
        <p:spPr>
          <a:xfrm>
            <a:off x="3260588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635" name="Google Shape;635;p79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6" name="Google Shape;636;p7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79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8" name="Google Shape;638;p79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639" name="Google Shape;639;p79"/>
          <p:cNvSpPr/>
          <p:nvPr>
            <p:ph idx="4" type="pic"/>
          </p:nvPr>
        </p:nvSpPr>
        <p:spPr>
          <a:xfrm rot="10800000">
            <a:off x="4702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79"/>
          <p:cNvSpPr txBox="1"/>
          <p:nvPr>
            <p:ph idx="5" type="subTitle"/>
          </p:nvPr>
        </p:nvSpPr>
        <p:spPr>
          <a:xfrm>
            <a:off x="47887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641" name="Google Shape;641;p79"/>
          <p:cNvCxnSpPr/>
          <p:nvPr/>
        </p:nvCxnSpPr>
        <p:spPr>
          <a:xfrm>
            <a:off x="476850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79"/>
          <p:cNvSpPr txBox="1"/>
          <p:nvPr>
            <p:ph idx="6" type="subTitle"/>
          </p:nvPr>
        </p:nvSpPr>
        <p:spPr>
          <a:xfrm>
            <a:off x="3260538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643" name="Google Shape;643;p79"/>
          <p:cNvSpPr txBox="1"/>
          <p:nvPr>
            <p:ph idx="7" type="subTitle"/>
          </p:nvPr>
        </p:nvSpPr>
        <p:spPr>
          <a:xfrm>
            <a:off x="604222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644" name="Google Shape;644;p79"/>
          <p:cNvCxnSpPr/>
          <p:nvPr/>
        </p:nvCxnSpPr>
        <p:spPr>
          <a:xfrm>
            <a:off x="3260538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79"/>
          <p:cNvCxnSpPr/>
          <p:nvPr/>
        </p:nvCxnSpPr>
        <p:spPr>
          <a:xfrm>
            <a:off x="6042225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79"/>
          <p:cNvSpPr/>
          <p:nvPr>
            <p:ph idx="8" type="pic"/>
          </p:nvPr>
        </p:nvSpPr>
        <p:spPr>
          <a:xfrm rot="10800000">
            <a:off x="32625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79"/>
          <p:cNvSpPr/>
          <p:nvPr>
            <p:ph idx="9" type="pic"/>
          </p:nvPr>
        </p:nvSpPr>
        <p:spPr>
          <a:xfrm rot="10800000">
            <a:off x="60548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AND_TWO_COLUMNS_1_2_1_1">
    <p:bg>
      <p:bgPr>
        <a:solidFill>
          <a:schemeClr val="lt1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0" name="Google Shape;650;p80"/>
          <p:cNvSpPr/>
          <p:nvPr>
            <p:ph idx="2" type="pic"/>
          </p:nvPr>
        </p:nvSpPr>
        <p:spPr>
          <a:xfrm rot="10800000">
            <a:off x="2100" y="300"/>
            <a:ext cx="9139800" cy="51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8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2" name="Google Shape;652;p8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_2_1_2">
    <p:bg>
      <p:bgPr>
        <a:solidFill>
          <a:schemeClr val="l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6" name="Google Shape;656;p8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7" name="Google Shape;657;p8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p81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9" name="Google Shape;659;p81"/>
          <p:cNvSpPr/>
          <p:nvPr>
            <p:ph idx="2" type="pic"/>
          </p:nvPr>
        </p:nvSpPr>
        <p:spPr>
          <a:xfrm rot="10800000">
            <a:off x="4702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81"/>
          <p:cNvSpPr/>
          <p:nvPr>
            <p:ph idx="3" type="pic"/>
          </p:nvPr>
        </p:nvSpPr>
        <p:spPr>
          <a:xfrm rot="10800000">
            <a:off x="32625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81"/>
          <p:cNvSpPr/>
          <p:nvPr>
            <p:ph idx="4" type="pic"/>
          </p:nvPr>
        </p:nvSpPr>
        <p:spPr>
          <a:xfrm rot="10800000">
            <a:off x="60548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2" name="Google Shape;662;p81"/>
          <p:cNvSpPr/>
          <p:nvPr>
            <p:ph idx="5" type="pic"/>
          </p:nvPr>
        </p:nvSpPr>
        <p:spPr>
          <a:xfrm rot="10800000">
            <a:off x="4702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3" name="Google Shape;663;p81"/>
          <p:cNvSpPr/>
          <p:nvPr>
            <p:ph idx="6" type="pic"/>
          </p:nvPr>
        </p:nvSpPr>
        <p:spPr>
          <a:xfrm rot="10800000">
            <a:off x="32625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4" name="Google Shape;664;p81"/>
          <p:cNvSpPr/>
          <p:nvPr>
            <p:ph idx="7" type="pic"/>
          </p:nvPr>
        </p:nvSpPr>
        <p:spPr>
          <a:xfrm rot="10800000">
            <a:off x="60548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81"/>
          <p:cNvSpPr/>
          <p:nvPr>
            <p:ph idx="8" type="pic"/>
          </p:nvPr>
        </p:nvSpPr>
        <p:spPr>
          <a:xfrm rot="10800000">
            <a:off x="4702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6" name="Google Shape;666;p81"/>
          <p:cNvSpPr/>
          <p:nvPr>
            <p:ph idx="9" type="pic"/>
          </p:nvPr>
        </p:nvSpPr>
        <p:spPr>
          <a:xfrm rot="10800000">
            <a:off x="32625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81"/>
          <p:cNvSpPr/>
          <p:nvPr>
            <p:ph idx="13" type="pic"/>
          </p:nvPr>
        </p:nvSpPr>
        <p:spPr>
          <a:xfrm rot="10800000">
            <a:off x="60548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theme" Target="../theme/theme3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title"/>
          </p:nvPr>
        </p:nvSpPr>
        <p:spPr>
          <a:xfrm>
            <a:off x="365625" y="947373"/>
            <a:ext cx="841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324" name="Google Shape;324;p47"/>
          <p:cNvSpPr txBox="1"/>
          <p:nvPr>
            <p:ph idx="1" type="body"/>
          </p:nvPr>
        </p:nvSpPr>
        <p:spPr>
          <a:xfrm>
            <a:off x="478863" y="251928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873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73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873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873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873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873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873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873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5" name="Google Shape;325;p4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2"/>
          <p:cNvSpPr txBox="1"/>
          <p:nvPr>
            <p:ph type="ctrTitle"/>
          </p:nvPr>
        </p:nvSpPr>
        <p:spPr>
          <a:xfrm>
            <a:off x="1185150" y="829150"/>
            <a:ext cx="7565400" cy="29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Artificial Intelligence in Video Game Design</a:t>
            </a:r>
            <a:endParaRPr sz="5500"/>
          </a:p>
        </p:txBody>
      </p:sp>
      <p:sp>
        <p:nvSpPr>
          <p:cNvPr id="673" name="Google Shape;673;p82"/>
          <p:cNvSpPr txBox="1"/>
          <p:nvPr>
            <p:ph idx="1" type="subTitle"/>
          </p:nvPr>
        </p:nvSpPr>
        <p:spPr>
          <a:xfrm>
            <a:off x="1765375" y="4137750"/>
            <a:ext cx="5614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Chance L. Womack</a:t>
            </a:r>
            <a:endParaRPr/>
          </a:p>
        </p:txBody>
      </p:sp>
      <p:sp>
        <p:nvSpPr>
          <p:cNvPr id="674" name="Google Shape;674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of Discussion</a:t>
            </a:r>
            <a:endParaRPr/>
          </a:p>
        </p:txBody>
      </p:sp>
      <p:sp>
        <p:nvSpPr>
          <p:cNvPr id="680" name="Google Shape;680;p83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in Asset Generation</a:t>
            </a:r>
            <a:endParaRPr/>
          </a:p>
        </p:txBody>
      </p:sp>
      <p:sp>
        <p:nvSpPr>
          <p:cNvPr id="681" name="Google Shape;681;p83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in Game Development</a:t>
            </a:r>
            <a:endParaRPr/>
          </a:p>
        </p:txBody>
      </p:sp>
      <p:sp>
        <p:nvSpPr>
          <p:cNvPr id="682" name="Google Shape;682;p83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in Player Experience</a:t>
            </a:r>
            <a:endParaRPr/>
          </a:p>
        </p:txBody>
      </p:sp>
      <p:sp>
        <p:nvSpPr>
          <p:cNvPr id="683" name="Google Shape;683;p83"/>
          <p:cNvSpPr txBox="1"/>
          <p:nvPr/>
        </p:nvSpPr>
        <p:spPr>
          <a:xfrm>
            <a:off x="375925" y="1785907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01.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684" name="Google Shape;684;p83"/>
          <p:cNvSpPr txBox="1"/>
          <p:nvPr/>
        </p:nvSpPr>
        <p:spPr>
          <a:xfrm>
            <a:off x="375925" y="3014018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02.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685" name="Google Shape;685;p83"/>
          <p:cNvSpPr txBox="1"/>
          <p:nvPr/>
        </p:nvSpPr>
        <p:spPr>
          <a:xfrm>
            <a:off x="375925" y="4242129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03.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4"/>
          <p:cNvSpPr txBox="1"/>
          <p:nvPr>
            <p:ph type="title"/>
          </p:nvPr>
        </p:nvSpPr>
        <p:spPr>
          <a:xfrm>
            <a:off x="232050" y="384125"/>
            <a:ext cx="8438700" cy="438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A16Z, 2023 AI x Game Development Survey</a:t>
            </a:r>
            <a:endParaRPr sz="3000"/>
          </a:p>
        </p:txBody>
      </p:sp>
      <p:pic>
        <p:nvPicPr>
          <p:cNvPr id="691" name="Google Shape;69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272" y="299825"/>
            <a:ext cx="3793099" cy="378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635" y="299825"/>
            <a:ext cx="4060965" cy="378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5"/>
          <p:cNvSpPr txBox="1"/>
          <p:nvPr>
            <p:ph type="title"/>
          </p:nvPr>
        </p:nvSpPr>
        <p:spPr>
          <a:xfrm>
            <a:off x="232050" y="384125"/>
            <a:ext cx="7600200" cy="4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iLogos, Marketing AI Solutions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698" name="Google Shape;698;p85" title="ilogosP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950" y="974350"/>
            <a:ext cx="5992550" cy="33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6"/>
          <p:cNvSpPr txBox="1"/>
          <p:nvPr>
            <p:ph type="title"/>
          </p:nvPr>
        </p:nvSpPr>
        <p:spPr>
          <a:xfrm>
            <a:off x="232050" y="4182475"/>
            <a:ext cx="81171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“A Recent Entrance to Paradise”</a:t>
            </a:r>
            <a:endParaRPr sz="3000"/>
          </a:p>
        </p:txBody>
      </p:sp>
      <p:pic>
        <p:nvPicPr>
          <p:cNvPr id="704" name="Google Shape;704;p86" title="news-A_Recent_Entrance_to_Paradis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325" y="304300"/>
            <a:ext cx="5175374" cy="38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86"/>
          <p:cNvSpPr txBox="1"/>
          <p:nvPr/>
        </p:nvSpPr>
        <p:spPr>
          <a:xfrm>
            <a:off x="143675" y="186250"/>
            <a:ext cx="31926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Thaler vs Perlmutter</a:t>
            </a:r>
            <a:endParaRPr b="1" sz="23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87" title="AICodeMe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75" y="163050"/>
            <a:ext cx="7127051" cy="452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8"/>
          <p:cNvSpPr txBox="1"/>
          <p:nvPr>
            <p:ph type="title"/>
          </p:nvPr>
        </p:nvSpPr>
        <p:spPr>
          <a:xfrm>
            <a:off x="232050" y="384125"/>
            <a:ext cx="8438700" cy="4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Dungeon Map from TES II: Daggerfall</a:t>
            </a:r>
            <a:endParaRPr sz="3000"/>
          </a:p>
        </p:txBody>
      </p:sp>
      <p:pic>
        <p:nvPicPr>
          <p:cNvPr id="716" name="Google Shape;716;p88" title="DaggerfallDungeonMa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75" y="909150"/>
            <a:ext cx="7356024" cy="370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9"/>
          <p:cNvSpPr txBox="1"/>
          <p:nvPr>
            <p:ph type="title"/>
          </p:nvPr>
        </p:nvSpPr>
        <p:spPr>
          <a:xfrm>
            <a:off x="5422500" y="384125"/>
            <a:ext cx="3248400" cy="4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64% of Studios Plan to Fine-Tune &amp; Train their own In-House Models</a:t>
            </a:r>
            <a:endParaRPr sz="3000"/>
          </a:p>
        </p:txBody>
      </p:sp>
      <p:pic>
        <p:nvPicPr>
          <p:cNvPr id="722" name="Google Shape;72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74" y="232475"/>
            <a:ext cx="5016115" cy="43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0"/>
          <p:cNvSpPr txBox="1"/>
          <p:nvPr>
            <p:ph idx="3" type="body"/>
          </p:nvPr>
        </p:nvSpPr>
        <p:spPr>
          <a:xfrm>
            <a:off x="365625" y="785275"/>
            <a:ext cx="8412600" cy="3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 all for your time and attention today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ducational Games #4">
  <a:themeElements>
    <a:clrScheme name="Simple Light">
      <a:dk1>
        <a:srgbClr val="FFA38F"/>
      </a:dk1>
      <a:lt1>
        <a:srgbClr val="631212"/>
      </a:lt1>
      <a:dk2>
        <a:srgbClr val="FFFFFF"/>
      </a:dk2>
      <a:lt2>
        <a:srgbClr val="DDDDD8"/>
      </a:lt2>
      <a:accent1>
        <a:srgbClr val="2F4550"/>
      </a:accent1>
      <a:accent2>
        <a:srgbClr val="586F7C"/>
      </a:accent2>
      <a:accent3>
        <a:srgbClr val="9AC4F8"/>
      </a:accent3>
      <a:accent4>
        <a:srgbClr val="FFFECB"/>
      </a:accent4>
      <a:accent5>
        <a:srgbClr val="638475"/>
      </a:accent5>
      <a:accent6>
        <a:srgbClr val="635380"/>
      </a:accent6>
      <a:hlink>
        <a:srgbClr val="FFA3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