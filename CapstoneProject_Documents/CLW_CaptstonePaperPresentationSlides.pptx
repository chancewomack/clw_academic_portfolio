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  <p:embeddedFont>
      <p:font typeface="Barlow Medium"/>
      <p:regular r:id="rId19"/>
      <p:bold r:id="rId20"/>
      <p:italic r:id="rId21"/>
      <p:boldItalic r:id="rId22"/>
    </p:embeddedFont>
    <p:embeddedFont>
      <p:font typeface="Barlow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Medium-bold.fntdata"/><Relationship Id="rId22" Type="http://schemas.openxmlformats.org/officeDocument/2006/relationships/font" Target="fonts/BarlowMedium-boldItalic.fntdata"/><Relationship Id="rId21" Type="http://schemas.openxmlformats.org/officeDocument/2006/relationships/font" Target="fonts/BarlowMedium-italic.fntdata"/><Relationship Id="rId24" Type="http://schemas.openxmlformats.org/officeDocument/2006/relationships/font" Target="fonts/BarlowLight-bold.fntdata"/><Relationship Id="rId23" Type="http://schemas.openxmlformats.org/officeDocument/2006/relationships/font" Target="fonts/Barlow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Light-boldItalic.fntdata"/><Relationship Id="rId25" Type="http://schemas.openxmlformats.org/officeDocument/2006/relationships/font" Target="fonts/Barlow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19" Type="http://schemas.openxmlformats.org/officeDocument/2006/relationships/font" Target="fonts/BarlowMedium-regular.fntdata"/><Relationship Id="rId18" Type="http://schemas.openxmlformats.org/officeDocument/2006/relationships/font" Target="fonts/La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a6da18e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a6da18e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a6da18e58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a6da18e58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a6da18e58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a6da18e58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a6da18e58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a6da18e58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a6da18e58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a6da18e58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163550" y="832625"/>
            <a:ext cx="8809500" cy="11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 Software Engineering: </a:t>
            </a:r>
            <a:endParaRPr i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Controlled Experiment Comparing Automated Content Generation Techniques</a:t>
            </a:r>
            <a:r>
              <a:rPr b="0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Keywords; Empirical Study, Game Software Engineering, Video Game</a:t>
            </a:r>
            <a:endParaRPr b="0" sz="147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382525" y="4236450"/>
            <a:ext cx="2624400" cy="16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Presented by; Chance Womack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408900" y="2063000"/>
            <a:ext cx="20073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 Zamorano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College London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United Kingdom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maria.lopez.20@ucl.ac.uk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587050" y="2073600"/>
            <a:ext cx="2133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Carlos Cetina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Universitat Politècnica de València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Spain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College London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United Kingdom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cetina@upv.es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891500" y="2215375"/>
            <a:ext cx="18213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África Domingo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 San Jorge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Spain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adomingo@usj.es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943500" y="2215375"/>
            <a:ext cx="18138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Federica Sarro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College London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United Kingdom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f.sarro@ucl.ac.uk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Participant Breakdown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 Initial Participants, 2 chose not to continue their 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participation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Professional Video Game Developers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 T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hird year undergraduate students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KROMAIA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Spaceship based Shooter Game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both Procedural and Re-Use Based content Generation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was conducted using a “Test Scenario”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3050" y="693525"/>
            <a:ext cx="2719101" cy="437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Tested Dimensions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535250" y="2245100"/>
            <a:ext cx="1576200" cy="162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724613" y="2245100"/>
            <a:ext cx="1576200" cy="162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913975" y="2245100"/>
            <a:ext cx="1576200" cy="162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7081025" y="2245100"/>
            <a:ext cx="1576200" cy="162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535250" y="2601950"/>
            <a:ext cx="16281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latin typeface="Times New Roman"/>
                <a:ea typeface="Times New Roman"/>
                <a:cs typeface="Times New Roman"/>
                <a:sym typeface="Times New Roman"/>
              </a:rPr>
              <a:t>Difficulty</a:t>
            </a:r>
            <a:endParaRPr b="1" sz="13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Game Duration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Won Rate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Boss Difficulty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724600" y="2601950"/>
            <a:ext cx="1628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Fun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902813" y="2601950"/>
            <a:ext cx="1628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Design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7051438" y="2601950"/>
            <a:ext cx="1628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Immersiveness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7-Item Likert-Style Questionnaires</a:t>
            </a:r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275" y="1883600"/>
            <a:ext cx="486104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