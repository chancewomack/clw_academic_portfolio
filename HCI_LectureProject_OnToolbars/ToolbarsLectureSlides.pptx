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5dbf1af51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5dbf1af5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5dbf1af5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5dbf1af5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5dbf1af5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5dbf1af5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5dbf1af5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5dbf1af5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5dbf1af5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5dbf1af5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5dbf1af5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5dbf1af5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5dbf1af5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5dbf1af5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5dbf1af5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5dbf1af5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5dbf1af51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5dbf1af51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5dbf1af51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5dbf1af51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5dbf1af51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45dbf1af51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What am I lecturing on?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0" y="177050"/>
            <a:ext cx="8520600" cy="9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Tool Belts!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5602500" y="4367650"/>
            <a:ext cx="3229800" cy="5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Chance Womack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4" title="360_F_90483284_BUQf2SmuTwzxuvktpShaxso9fUtbPNX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7350"/>
            <a:ext cx="5297699" cy="3405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Wait…TOOLBARS…my bad…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However…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" name="Google Shape;68;p15" title="360_F_90483284_BUQf2SmuTwzxuvktpShaxso9fUtbPNX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12100"/>
            <a:ext cx="3421300" cy="219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Toobo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800" y="1374800"/>
            <a:ext cx="4316574" cy="28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7251900" y="4436950"/>
            <a:ext cx="1580400" cy="4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Foreshadowing</a:t>
            </a:r>
            <a:endParaRPr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Toolbars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275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Originally called “Ribbons” here is an early example…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Word 6.0a (1994)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" name="Google Shape;77;p16" title="word6-wysiwygm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7383" y="231425"/>
            <a:ext cx="5783267" cy="433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Why use Toolbars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416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Menus have grown cluttered and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-layered as software functionality has advanced over the years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p17" title="Screenshot (3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1" y="294525"/>
            <a:ext cx="1670250" cy="443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Screenshot (40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8850" y="294525"/>
            <a:ext cx="188006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Use of Metaphors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237050" y="1152475"/>
            <a:ext cx="4446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 use of metaphors for the icons on a toolbar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are some fairly common example Icons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for Experienced Users to quickly recognise, not for New Users to learn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8" title="application-toolbar-icons-vector-117356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7100" y="445025"/>
            <a:ext cx="4215200" cy="393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Tooltips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Labels are expensive in terms of screen space and pixel count when compared to just using Icons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Tooltips are a bridge between labeled and unlabeled toolbar design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Intermediate Users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19" title="toolti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0025" y="1152475"/>
            <a:ext cx="4267200" cy="2611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Advancing the Toolbar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278825"/>
            <a:ext cx="8608500" cy="16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Disabling Toolbar Options				Moveable Toolbars	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Combo Boxes							Contextual Toolbars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Icon States							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Customizable Toolbars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20" title="Toolba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997" y="960225"/>
            <a:ext cx="6759903" cy="239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 title="DisabledToolbarOp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100" y="712700"/>
            <a:ext cx="7773001" cy="107876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395100" y="301725"/>
            <a:ext cx="4497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 Disabled Toolbar Options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21" title="IconStat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100" y="2614125"/>
            <a:ext cx="4376000" cy="124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395100" y="2141288"/>
            <a:ext cx="4497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 Icon States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Modern Ribbon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10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Introduced in Microsoft Office 2007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the Menu with the Toolbar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22" title="Ribb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65975"/>
            <a:ext cx="8872750" cy="183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Tool Palettes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408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Older than Toolbars, being featured in the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MacPaint software (1984)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Mutually Exclusive Functions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23" title="toolPalet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050" y="52850"/>
            <a:ext cx="798425" cy="493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In-Class Activity - Make a Toolbar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7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Team will draw a Toolbar on the board for a given software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one feature to create a tooltip for, drawn in its own little box near the Icon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❖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1 - A Sketchbook App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Matthew &amp; Somervell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❖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A - A Photo Editor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Gage, Nathan, &amp; Autumn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❖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 - A Social Media App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Ethan, Dallas, &amp; Jerrick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❖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Alpha - A Video Editor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➢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Creed, Jaden, &amp; Kaylee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